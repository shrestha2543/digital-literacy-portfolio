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Solway" charset="1" panose="00000500000000000000"/>
      <p:regular r:id="rId7"/>
    </p:embeddedFont>
    <p:embeddedFont>
      <p:font typeface="Lilita One" charset="1" panose="02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85336">
            <a:off x="-2876869" y="2480874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7" y="0"/>
                </a:lnTo>
                <a:lnTo>
                  <a:pt x="3846547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515064">
            <a:off x="14872244" y="-1294004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7" y="0"/>
                </a:lnTo>
                <a:lnTo>
                  <a:pt x="3846547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511989" y="3824059"/>
            <a:ext cx="927565" cy="92756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A8F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64917" y="6038631"/>
            <a:ext cx="927565" cy="9275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A8F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1724799"/>
            <a:ext cx="15766817" cy="7781820"/>
            <a:chOff x="0" y="0"/>
            <a:chExt cx="3986593" cy="19676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86593" cy="1967610"/>
            </a:xfrm>
            <a:custGeom>
              <a:avLst/>
              <a:gdLst/>
              <a:ahLst/>
              <a:cxnLst/>
              <a:rect r="r" b="b" t="t" l="l"/>
              <a:pathLst>
                <a:path h="1967610" w="3986593">
                  <a:moveTo>
                    <a:pt x="49103" y="0"/>
                  </a:moveTo>
                  <a:lnTo>
                    <a:pt x="3937491" y="0"/>
                  </a:lnTo>
                  <a:cubicBezTo>
                    <a:pt x="3964609" y="0"/>
                    <a:pt x="3986593" y="21984"/>
                    <a:pt x="3986593" y="49103"/>
                  </a:cubicBezTo>
                  <a:lnTo>
                    <a:pt x="3986593" y="1918508"/>
                  </a:lnTo>
                  <a:cubicBezTo>
                    <a:pt x="3986593" y="1945626"/>
                    <a:pt x="3964609" y="1967610"/>
                    <a:pt x="3937491" y="1967610"/>
                  </a:cubicBezTo>
                  <a:lnTo>
                    <a:pt x="49103" y="1967610"/>
                  </a:lnTo>
                  <a:cubicBezTo>
                    <a:pt x="21984" y="1967610"/>
                    <a:pt x="0" y="1945626"/>
                    <a:pt x="0" y="1918508"/>
                  </a:cubicBezTo>
                  <a:lnTo>
                    <a:pt x="0" y="49103"/>
                  </a:lnTo>
                  <a:cubicBezTo>
                    <a:pt x="0" y="21984"/>
                    <a:pt x="21984" y="0"/>
                    <a:pt x="49103" y="0"/>
                  </a:cubicBezTo>
                  <a:close/>
                </a:path>
              </a:pathLst>
            </a:custGeom>
            <a:solidFill>
              <a:srgbClr val="F4E8D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3986593" cy="1919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95717" y="2141097"/>
            <a:ext cx="8542166" cy="1992408"/>
            <a:chOff x="0" y="0"/>
            <a:chExt cx="2159861" cy="5037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59861" cy="503774"/>
            </a:xfrm>
            <a:custGeom>
              <a:avLst/>
              <a:gdLst/>
              <a:ahLst/>
              <a:cxnLst/>
              <a:rect r="r" b="b" t="t" l="l"/>
              <a:pathLst>
                <a:path h="503774" w="2159861">
                  <a:moveTo>
                    <a:pt x="45316" y="0"/>
                  </a:moveTo>
                  <a:lnTo>
                    <a:pt x="2114545" y="0"/>
                  </a:lnTo>
                  <a:cubicBezTo>
                    <a:pt x="2126564" y="0"/>
                    <a:pt x="2138090" y="4774"/>
                    <a:pt x="2146589" y="13273"/>
                  </a:cubicBezTo>
                  <a:cubicBezTo>
                    <a:pt x="2155087" y="21771"/>
                    <a:pt x="2159861" y="33297"/>
                    <a:pt x="2159861" y="45316"/>
                  </a:cubicBezTo>
                  <a:lnTo>
                    <a:pt x="2159861" y="458458"/>
                  </a:lnTo>
                  <a:cubicBezTo>
                    <a:pt x="2159861" y="470477"/>
                    <a:pt x="2155087" y="482003"/>
                    <a:pt x="2146589" y="490502"/>
                  </a:cubicBezTo>
                  <a:cubicBezTo>
                    <a:pt x="2138090" y="499000"/>
                    <a:pt x="2126564" y="503774"/>
                    <a:pt x="2114545" y="503774"/>
                  </a:cubicBezTo>
                  <a:lnTo>
                    <a:pt x="45316" y="503774"/>
                  </a:lnTo>
                  <a:cubicBezTo>
                    <a:pt x="33297" y="503774"/>
                    <a:pt x="21771" y="499000"/>
                    <a:pt x="13273" y="490502"/>
                  </a:cubicBezTo>
                  <a:cubicBezTo>
                    <a:pt x="4774" y="482003"/>
                    <a:pt x="0" y="470477"/>
                    <a:pt x="0" y="458458"/>
                  </a:cubicBezTo>
                  <a:lnTo>
                    <a:pt x="0" y="45316"/>
                  </a:lnTo>
                  <a:cubicBezTo>
                    <a:pt x="0" y="33297"/>
                    <a:pt x="4774" y="21771"/>
                    <a:pt x="13273" y="13273"/>
                  </a:cubicBezTo>
                  <a:cubicBezTo>
                    <a:pt x="21771" y="4774"/>
                    <a:pt x="33297" y="0"/>
                    <a:pt x="45316" y="0"/>
                  </a:cubicBezTo>
                  <a:close/>
                </a:path>
              </a:pathLst>
            </a:custGeom>
            <a:solidFill>
              <a:srgbClr val="EDCBF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47625"/>
              <a:ext cx="2159861" cy="456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015508" y="2141097"/>
            <a:ext cx="4448467" cy="1992408"/>
            <a:chOff x="0" y="0"/>
            <a:chExt cx="1124782" cy="5037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4782" cy="503774"/>
            </a:xfrm>
            <a:custGeom>
              <a:avLst/>
              <a:gdLst/>
              <a:ahLst/>
              <a:cxnLst/>
              <a:rect r="r" b="b" t="t" l="l"/>
              <a:pathLst>
                <a:path h="503774" w="1124782">
                  <a:moveTo>
                    <a:pt x="87018" y="0"/>
                  </a:moveTo>
                  <a:lnTo>
                    <a:pt x="1037764" y="0"/>
                  </a:lnTo>
                  <a:cubicBezTo>
                    <a:pt x="1085822" y="0"/>
                    <a:pt x="1124782" y="38959"/>
                    <a:pt x="1124782" y="87018"/>
                  </a:cubicBezTo>
                  <a:lnTo>
                    <a:pt x="1124782" y="416757"/>
                  </a:lnTo>
                  <a:cubicBezTo>
                    <a:pt x="1124782" y="439835"/>
                    <a:pt x="1115614" y="461968"/>
                    <a:pt x="1099295" y="478287"/>
                  </a:cubicBezTo>
                  <a:cubicBezTo>
                    <a:pt x="1082976" y="494606"/>
                    <a:pt x="1060842" y="503774"/>
                    <a:pt x="1037764" y="503774"/>
                  </a:cubicBezTo>
                  <a:lnTo>
                    <a:pt x="87018" y="503774"/>
                  </a:lnTo>
                  <a:cubicBezTo>
                    <a:pt x="63939" y="503774"/>
                    <a:pt x="41806" y="494606"/>
                    <a:pt x="25487" y="478287"/>
                  </a:cubicBezTo>
                  <a:cubicBezTo>
                    <a:pt x="9168" y="461968"/>
                    <a:pt x="0" y="439835"/>
                    <a:pt x="0" y="416757"/>
                  </a:cubicBezTo>
                  <a:lnTo>
                    <a:pt x="0" y="87018"/>
                  </a:lnTo>
                  <a:cubicBezTo>
                    <a:pt x="0" y="63939"/>
                    <a:pt x="9168" y="41806"/>
                    <a:pt x="25487" y="25487"/>
                  </a:cubicBezTo>
                  <a:cubicBezTo>
                    <a:pt x="41806" y="9168"/>
                    <a:pt x="63939" y="0"/>
                    <a:pt x="87018" y="0"/>
                  </a:cubicBezTo>
                  <a:close/>
                </a:path>
              </a:pathLst>
            </a:custGeom>
            <a:solidFill>
              <a:srgbClr val="B174E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57150"/>
              <a:ext cx="1124782" cy="446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What is Digital Literacy?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008069" y="4543813"/>
            <a:ext cx="8429813" cy="2041112"/>
            <a:chOff x="0" y="0"/>
            <a:chExt cx="2131453" cy="5160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1453" cy="516089"/>
            </a:xfrm>
            <a:custGeom>
              <a:avLst/>
              <a:gdLst/>
              <a:ahLst/>
              <a:cxnLst/>
              <a:rect r="r" b="b" t="t" l="l"/>
              <a:pathLst>
                <a:path h="516089" w="2131453">
                  <a:moveTo>
                    <a:pt x="45920" y="0"/>
                  </a:moveTo>
                  <a:lnTo>
                    <a:pt x="2085533" y="0"/>
                  </a:lnTo>
                  <a:cubicBezTo>
                    <a:pt x="2110894" y="0"/>
                    <a:pt x="2131453" y="20559"/>
                    <a:pt x="2131453" y="45920"/>
                  </a:cubicBezTo>
                  <a:lnTo>
                    <a:pt x="2131453" y="470169"/>
                  </a:lnTo>
                  <a:cubicBezTo>
                    <a:pt x="2131453" y="482348"/>
                    <a:pt x="2126615" y="494028"/>
                    <a:pt x="2118004" y="502640"/>
                  </a:cubicBezTo>
                  <a:cubicBezTo>
                    <a:pt x="2109392" y="511251"/>
                    <a:pt x="2097712" y="516089"/>
                    <a:pt x="2085533" y="516089"/>
                  </a:cubicBezTo>
                  <a:lnTo>
                    <a:pt x="45920" y="516089"/>
                  </a:lnTo>
                  <a:cubicBezTo>
                    <a:pt x="33741" y="516089"/>
                    <a:pt x="22061" y="511251"/>
                    <a:pt x="13450" y="502640"/>
                  </a:cubicBezTo>
                  <a:cubicBezTo>
                    <a:pt x="4838" y="494028"/>
                    <a:pt x="0" y="482348"/>
                    <a:pt x="0" y="470169"/>
                  </a:cubicBezTo>
                  <a:lnTo>
                    <a:pt x="0" y="45920"/>
                  </a:lnTo>
                  <a:cubicBezTo>
                    <a:pt x="0" y="33741"/>
                    <a:pt x="4838" y="22061"/>
                    <a:pt x="13450" y="13450"/>
                  </a:cubicBezTo>
                  <a:cubicBezTo>
                    <a:pt x="22061" y="4838"/>
                    <a:pt x="33741" y="0"/>
                    <a:pt x="45920" y="0"/>
                  </a:cubicBezTo>
                  <a:close/>
                </a:path>
              </a:pathLst>
            </a:custGeom>
            <a:solidFill>
              <a:srgbClr val="EDCBF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47625"/>
              <a:ext cx="2131453" cy="468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015508" y="4543813"/>
            <a:ext cx="4448467" cy="2041112"/>
            <a:chOff x="0" y="0"/>
            <a:chExt cx="1124782" cy="51608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4782" cy="516089"/>
            </a:xfrm>
            <a:custGeom>
              <a:avLst/>
              <a:gdLst/>
              <a:ahLst/>
              <a:cxnLst/>
              <a:rect r="r" b="b" t="t" l="l"/>
              <a:pathLst>
                <a:path h="516089" w="1124782">
                  <a:moveTo>
                    <a:pt x="87018" y="0"/>
                  </a:moveTo>
                  <a:lnTo>
                    <a:pt x="1037764" y="0"/>
                  </a:lnTo>
                  <a:cubicBezTo>
                    <a:pt x="1085822" y="0"/>
                    <a:pt x="1124782" y="38959"/>
                    <a:pt x="1124782" y="87018"/>
                  </a:cubicBezTo>
                  <a:lnTo>
                    <a:pt x="1124782" y="429071"/>
                  </a:lnTo>
                  <a:cubicBezTo>
                    <a:pt x="1124782" y="452150"/>
                    <a:pt x="1115614" y="474283"/>
                    <a:pt x="1099295" y="490602"/>
                  </a:cubicBezTo>
                  <a:cubicBezTo>
                    <a:pt x="1082976" y="506921"/>
                    <a:pt x="1060842" y="516089"/>
                    <a:pt x="1037764" y="516089"/>
                  </a:cubicBezTo>
                  <a:lnTo>
                    <a:pt x="87018" y="516089"/>
                  </a:lnTo>
                  <a:cubicBezTo>
                    <a:pt x="63939" y="516089"/>
                    <a:pt x="41806" y="506921"/>
                    <a:pt x="25487" y="490602"/>
                  </a:cubicBezTo>
                  <a:cubicBezTo>
                    <a:pt x="9168" y="474283"/>
                    <a:pt x="0" y="452150"/>
                    <a:pt x="0" y="429071"/>
                  </a:cubicBezTo>
                  <a:lnTo>
                    <a:pt x="0" y="87018"/>
                  </a:lnTo>
                  <a:cubicBezTo>
                    <a:pt x="0" y="63939"/>
                    <a:pt x="9168" y="41806"/>
                    <a:pt x="25487" y="25487"/>
                  </a:cubicBezTo>
                  <a:cubicBezTo>
                    <a:pt x="41806" y="9168"/>
                    <a:pt x="63939" y="0"/>
                    <a:pt x="87018" y="0"/>
                  </a:cubicBezTo>
                  <a:close/>
                </a:path>
              </a:pathLst>
            </a:custGeom>
            <a:solidFill>
              <a:srgbClr val="B174E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57150"/>
              <a:ext cx="1124782" cy="458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Useful Digital Tools for Students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008069" y="6994500"/>
            <a:ext cx="8429813" cy="2116715"/>
            <a:chOff x="0" y="0"/>
            <a:chExt cx="2131453" cy="5352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31453" cy="535205"/>
            </a:xfrm>
            <a:custGeom>
              <a:avLst/>
              <a:gdLst/>
              <a:ahLst/>
              <a:cxnLst/>
              <a:rect r="r" b="b" t="t" l="l"/>
              <a:pathLst>
                <a:path h="535205" w="2131453">
                  <a:moveTo>
                    <a:pt x="45920" y="0"/>
                  </a:moveTo>
                  <a:lnTo>
                    <a:pt x="2085533" y="0"/>
                  </a:lnTo>
                  <a:cubicBezTo>
                    <a:pt x="2110894" y="0"/>
                    <a:pt x="2131453" y="20559"/>
                    <a:pt x="2131453" y="45920"/>
                  </a:cubicBezTo>
                  <a:lnTo>
                    <a:pt x="2131453" y="489285"/>
                  </a:lnTo>
                  <a:cubicBezTo>
                    <a:pt x="2131453" y="501464"/>
                    <a:pt x="2126615" y="513144"/>
                    <a:pt x="2118004" y="521755"/>
                  </a:cubicBezTo>
                  <a:cubicBezTo>
                    <a:pt x="2109392" y="530367"/>
                    <a:pt x="2097712" y="535205"/>
                    <a:pt x="2085533" y="535205"/>
                  </a:cubicBezTo>
                  <a:lnTo>
                    <a:pt x="45920" y="535205"/>
                  </a:lnTo>
                  <a:cubicBezTo>
                    <a:pt x="20559" y="535205"/>
                    <a:pt x="0" y="514646"/>
                    <a:pt x="0" y="489285"/>
                  </a:cubicBezTo>
                  <a:lnTo>
                    <a:pt x="0" y="45920"/>
                  </a:lnTo>
                  <a:cubicBezTo>
                    <a:pt x="0" y="33741"/>
                    <a:pt x="4838" y="22061"/>
                    <a:pt x="13450" y="13450"/>
                  </a:cubicBezTo>
                  <a:cubicBezTo>
                    <a:pt x="22061" y="4838"/>
                    <a:pt x="33741" y="0"/>
                    <a:pt x="45920" y="0"/>
                  </a:cubicBezTo>
                  <a:close/>
                </a:path>
              </a:pathLst>
            </a:custGeom>
            <a:solidFill>
              <a:srgbClr val="EDCBF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47625"/>
              <a:ext cx="2131453" cy="487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015508" y="7004025"/>
            <a:ext cx="4448467" cy="2107190"/>
            <a:chOff x="0" y="0"/>
            <a:chExt cx="1124782" cy="5327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24782" cy="532797"/>
            </a:xfrm>
            <a:custGeom>
              <a:avLst/>
              <a:gdLst/>
              <a:ahLst/>
              <a:cxnLst/>
              <a:rect r="r" b="b" t="t" l="l"/>
              <a:pathLst>
                <a:path h="532797" w="1124782">
                  <a:moveTo>
                    <a:pt x="87018" y="0"/>
                  </a:moveTo>
                  <a:lnTo>
                    <a:pt x="1037764" y="0"/>
                  </a:lnTo>
                  <a:cubicBezTo>
                    <a:pt x="1085822" y="0"/>
                    <a:pt x="1124782" y="38959"/>
                    <a:pt x="1124782" y="87018"/>
                  </a:cubicBezTo>
                  <a:lnTo>
                    <a:pt x="1124782" y="445779"/>
                  </a:lnTo>
                  <a:cubicBezTo>
                    <a:pt x="1124782" y="468857"/>
                    <a:pt x="1115614" y="490991"/>
                    <a:pt x="1099295" y="507310"/>
                  </a:cubicBezTo>
                  <a:cubicBezTo>
                    <a:pt x="1082976" y="523629"/>
                    <a:pt x="1060842" y="532797"/>
                    <a:pt x="1037764" y="532797"/>
                  </a:cubicBezTo>
                  <a:lnTo>
                    <a:pt x="87018" y="532797"/>
                  </a:lnTo>
                  <a:cubicBezTo>
                    <a:pt x="38959" y="532797"/>
                    <a:pt x="0" y="493837"/>
                    <a:pt x="0" y="445779"/>
                  </a:cubicBezTo>
                  <a:lnTo>
                    <a:pt x="0" y="87018"/>
                  </a:lnTo>
                  <a:cubicBezTo>
                    <a:pt x="0" y="63939"/>
                    <a:pt x="9168" y="41806"/>
                    <a:pt x="25487" y="25487"/>
                  </a:cubicBezTo>
                  <a:cubicBezTo>
                    <a:pt x="41806" y="9168"/>
                    <a:pt x="63939" y="0"/>
                    <a:pt x="87018" y="0"/>
                  </a:cubicBezTo>
                  <a:close/>
                </a:path>
              </a:pathLst>
            </a:custGeom>
            <a:solidFill>
              <a:srgbClr val="B174E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57150"/>
              <a:ext cx="1124782" cy="475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Safe Internet Practices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663659" y="637045"/>
            <a:ext cx="14960682" cy="108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7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Digital Literacy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895717" y="2393393"/>
            <a:ext cx="8616272" cy="1444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0"/>
              </a:lnSpc>
            </a:pPr>
            <a:r>
              <a:rPr lang="en-US" sz="2750">
                <a:solidFill>
                  <a:srgbClr val="8F1EAE"/>
                </a:solidFill>
                <a:latin typeface="Solway"/>
                <a:ea typeface="Solway"/>
                <a:cs typeface="Solway"/>
                <a:sym typeface="Solway"/>
              </a:rPr>
              <a:t>The ability to confidently find, evaluate, create, and communicate information using technology, ranging from smartphones to computers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12109" y="4790730"/>
            <a:ext cx="6371152" cy="1481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8F1EAE"/>
                </a:solidFill>
                <a:latin typeface="Solway"/>
                <a:ea typeface="Solway"/>
                <a:cs typeface="Solway"/>
                <a:sym typeface="Solway"/>
              </a:rPr>
              <a:t>Google Workspace, GitHub, TinkerCAD, Canva, Kaggle, GeeksforGeeks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007105" y="7295318"/>
            <a:ext cx="6431742" cy="145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6"/>
              </a:lnSpc>
            </a:pPr>
            <a:r>
              <a:rPr lang="en-US" sz="2776">
                <a:solidFill>
                  <a:srgbClr val="8F1EAE"/>
                </a:solidFill>
                <a:latin typeface="Solway"/>
                <a:ea typeface="Solway"/>
                <a:cs typeface="Solway"/>
                <a:sym typeface="Solway"/>
              </a:rPr>
              <a:t>Using strong, unique passwords with 2FA, avoiding suspicious links, and maintaining strict privacy settings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63659" y="2760845"/>
            <a:ext cx="1351849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399">
                <a:solidFill>
                  <a:srgbClr val="B174E7"/>
                </a:solidFill>
                <a:latin typeface="Lilita One"/>
                <a:ea typeface="Lilita One"/>
                <a:cs typeface="Lilita One"/>
                <a:sym typeface="Lilita One"/>
              </a:rPr>
              <a:t>01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63659" y="5383009"/>
            <a:ext cx="1351849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399">
                <a:solidFill>
                  <a:srgbClr val="B174E7"/>
                </a:solidFill>
                <a:latin typeface="Lilita One"/>
                <a:ea typeface="Lilita One"/>
                <a:cs typeface="Lilita One"/>
                <a:sym typeface="Lilita One"/>
              </a:rPr>
              <a:t>02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63659" y="8005173"/>
            <a:ext cx="1351849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399">
                <a:solidFill>
                  <a:srgbClr val="B174E7"/>
                </a:solidFill>
                <a:latin typeface="Lilita One"/>
                <a:ea typeface="Lilita One"/>
                <a:cs typeface="Lilita One"/>
                <a:sym typeface="Lilita One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DAHFVT0G0cA</dc:identifier>
  <dcterms:modified xsi:type="dcterms:W3CDTF">2011-08-01T06:04:30Z</dcterms:modified>
  <cp:revision>1</cp:revision>
</cp:coreProperties>
</file>